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57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60"/>
  </p:normalViewPr>
  <p:slideViewPr>
    <p:cSldViewPr snapToGrid="0">
      <p:cViewPr>
        <p:scale>
          <a:sx n="66" d="100"/>
          <a:sy n="66" d="100"/>
        </p:scale>
        <p:origin x="30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F0AB7-7220-4EF3-BA13-FF3CE66C5A5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E2612-7A9F-4DA4-8AC9-59004FD560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928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E2612-7A9F-4DA4-8AC9-59004FD5609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58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811F3-07F0-230E-2310-9D02B0978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4AE56-3434-16EF-A47B-544CE0597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1A9BC-C968-338C-F2A1-ADE54C18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2019-EB8C-D84E-4E08-1BAD7A00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B812B-0D51-DA92-ABAC-89810B5B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36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4D46-6AD6-5813-DAEE-B0ABA4DE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F54E-3F5F-6875-4860-B9593C239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17B11-10AD-36D8-11E6-0B9B08C1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54DCB-5E55-1535-12F7-27D1128A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99096-1A14-AB1C-A433-79830370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2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383E-1C66-B814-E8C6-228E1F4C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9DC3A-0887-AF56-B745-AECF20591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5DA32-D271-9C1F-BC0D-7876F9F1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75F10-6E72-5809-8A44-E776B3D4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7A55E-BDAD-B7C8-A878-877FFB0B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84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725B-D0DD-1AA2-1F00-1705516E6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F0991-3616-F6A8-DFAF-23D359141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231BB-004A-8299-785B-5C2E5DC4A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84194-EFC8-26A1-7EBC-E0AF9285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1D265-2EC1-D924-F7B5-902446DD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0FC25-4281-C084-169C-87678C32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1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6BDD-F2C0-5334-DE0E-E3231389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EDF21-BDB3-4C7B-270F-84EE5A69C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C35C6-66D9-2F4C-947B-49E51658D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3DFB2-4419-5C76-82D9-B182B7883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B07FF-8EAC-B03D-2137-00E089A5E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54A94-A13B-0FD4-25FD-422A00829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1DDA3-C26E-2F18-476C-35FA5468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4EEAA-A293-2F0C-CA98-3110F439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45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E96D-E99E-B11D-B0EC-58FF7C05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EB14C-3CF5-FC9C-EB16-6A01BE9C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1BE89-743C-63F2-5109-8843DF3E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518BE-B272-D4F5-3142-E4754748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78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C9898-48F1-DA3E-D261-79B30F10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54909-01E5-786A-38BB-3D00C287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483D7-AB51-912C-C5E4-39DE43F2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CC4F-67F8-15E1-B56B-AD98D5F2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F69C4-4FCE-F247-138A-DC9208C4E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727FF-7DF8-7AC6-61D3-26740B77D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0369A-CEDF-596D-7B4C-C253720C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7D869-F3CD-501D-22DE-F70A1945D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F6FD0-0280-775D-9D77-8E3387F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94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54D5-004D-7EB9-87F2-B4B12AC7B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95C17-BA44-9750-0CE6-0E2F08C48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08A18-D9F6-1ECF-7F3C-4F50483E7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2C60-6EB3-D89B-E707-847516F8D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DC06F-A742-4FD8-0B06-0DA30441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A43A5-0FE2-64A9-0F02-B3BB76CB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76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E66E-D203-54B6-B27C-CA480FE0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6FDD6-9181-3CED-84AD-AB013418D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B445-461B-C1FC-EA83-88E6EE74E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4A0FD-4A2A-8E4D-E540-44E5788C8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EE4D-97DC-0857-1D79-CA36B8F0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8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ADC55-62BB-6BC4-734D-319F92EBF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058BC-38C5-589C-F6D4-49B7A8433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4E324-0136-F914-6418-F59A467E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26392-58AE-C03F-9B62-F7879F4C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C2B16-967F-9C22-7725-DA9BFA40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1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95AB7-C9D3-0285-B9B7-9BF3F434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E01AC-59CB-AC1B-2075-4F8A653AA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44C91-88E7-840B-B299-B63EC8A41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75B7D-B52B-4559-8EDC-3B60500724E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6722-B43B-AB5D-FEDD-22F50915C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88F5E-83BE-FD7E-8F70-D6D33E3A8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CD4F0-955C-4F8E-BB69-29769BE23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90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B47815-C4CF-718D-8565-6AC4A7D95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B761968-1CC8-2117-0C92-C1AEEECEF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707" y="1805135"/>
            <a:ext cx="4274289" cy="59782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ANN Assignment 1</a:t>
            </a:r>
            <a:endParaRPr lang="en-GB" sz="3600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301A194-866F-B59D-55C7-537EFBCE2233}"/>
              </a:ext>
            </a:extLst>
          </p:cNvPr>
          <p:cNvSpPr txBox="1">
            <a:spLocks/>
          </p:cNvSpPr>
          <p:nvPr/>
        </p:nvSpPr>
        <p:spPr>
          <a:xfrm>
            <a:off x="8240234" y="5307841"/>
            <a:ext cx="3689498" cy="155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Group Members:</a:t>
            </a:r>
          </a:p>
          <a:p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Syed Muneeb-Ur-Rehman (23k-0038)</a:t>
            </a:r>
          </a:p>
          <a:p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Adina Faraz (23k-0008)</a:t>
            </a:r>
          </a:p>
          <a:p>
            <a:r>
              <a:rPr lang="en-US" sz="1600" dirty="0">
                <a:solidFill>
                  <a:schemeClr val="bg1"/>
                </a:solidFill>
                <a:latin typeface="Amasis MT Pro Medium" panose="02040604050005020304" pitchFamily="18" charset="0"/>
              </a:rPr>
              <a:t>Syeda Sara Ali (23k-0070)</a:t>
            </a:r>
            <a:endParaRPr lang="en-GB" sz="1600" dirty="0">
              <a:solidFill>
                <a:schemeClr val="bg1"/>
              </a:solidFill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85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98FF8-8993-F258-130C-BA879586E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9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8902D-8EC2-7A60-C264-ABDF57ED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0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5E993-DB9C-7C62-E864-5974DB01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1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CF589-F6D1-F19D-F035-C9080DF9A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3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9589E-7CE1-FC0F-C87F-A79E95C8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0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713E3-6414-A834-13FF-1A32DAE21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05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B1ADE-83BE-67E7-A71B-69505E8F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B59B16-D69A-C817-864B-28313DF3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6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CCA2BE-828C-FABB-33BD-28379344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5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67EAC-0693-C46D-8F40-00370859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23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93831-B3F0-76AB-E73A-5266031C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0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86F3A-C54F-AC82-510A-B52BB556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52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5F29F-1E4F-0325-A2DF-57F175535A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36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4A180-076D-16A2-59D4-F7297BC3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0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B878FF-B006-8BA8-3EF3-369DDCE8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07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949107-C153-B9DB-D713-CB4B347C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6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AD6F89-E5F1-40B9-F133-F38FE6DAB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98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D22C93-5D0F-E0B5-0997-C87A315A5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55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0D225A-1312-EFCF-8578-F10EAC73B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04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3DF855-1381-026D-5BE7-8CB5032E58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885EC2-9C06-7602-4E28-EAFB7434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44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8FD7-5BA5-9005-7AB1-758A1F551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3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93A4BD-7BE9-2B50-A18D-CB979D865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4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030C26-8251-F620-E878-D015903C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747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D0512-68DC-4EFE-2FE1-38596B2F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70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A37EEA-1BE5-D8E2-E77F-21856B634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96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B80BD-1225-B46F-09D4-4F798EB555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32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CEBB8E-D4CF-2C99-0CC2-486B31EC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1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2C051-5A41-0739-6EED-1A15E1B7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41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17C2E2-5C02-91F0-7A9A-BE05524AAC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97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D01CD4-F639-C2F1-2980-35257EEE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131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816BBE-09C0-3386-B0C9-6FDC6EB12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54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0BD02-5D1B-2813-F0A7-3A357451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99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F64B66-A5CD-D024-EFB3-7F3D4003D0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4"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9114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BCA62-4057-44F0-94AF-A4463D9FAA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05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3575F-AB48-98FD-6805-DB2210B6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15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A17F0-9062-024F-6F9B-317B85F4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939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54860-705A-ED05-22A2-48005AA800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19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620A1-8CC9-EFD7-5FCF-F841E633E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945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999729-6EE6-E549-4577-5C5007D8C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9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6BB327-7AA9-4EC5-815F-9D8E6BC5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23</Words>
  <Application>Microsoft Office PowerPoint</Application>
  <PresentationFormat>Widescreen</PresentationFormat>
  <Paragraphs>6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Amasis MT Pro Medium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Syeda Sara Ali</dc:creator>
  <cp:lastModifiedBy>Syeda Sara Ali</cp:lastModifiedBy>
  <cp:revision>5</cp:revision>
  <dcterms:created xsi:type="dcterms:W3CDTF">2026-03-12T20:57:58Z</dcterms:created>
  <dcterms:modified xsi:type="dcterms:W3CDTF">2026-03-13T21:29:30Z</dcterms:modified>
</cp:coreProperties>
</file>